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job 1000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job 1001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job 1002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E2E8F0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FBBF24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E2E8F0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lo hace </a:t>
            </a:r>
            <a:r>
              <a:rPr b="1">
                <a:solidFill>
                  <a:srgbClr val="FBBF24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E2E8F0"/>
                </a:solidFill>
                <a:latin typeface="Helvetica Neue"/>
              </a:rPr>
              <a:t>: si ya usas PostgreSQL, lo añades y 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965960"/>
            <a:ext cx="3611880" cy="3108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9456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Mismo SQL, mismo EXPLAIN, mismo catálogo: la diferencia es lo que el motor hace con las tablas por dentro.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tabla lógica, un trozo físico por franja de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Algoritmos automáticos por tipo: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delta-of-delta + simple-8b + RLE</a:t>
            </a:r>
            <a:r>
              <a:rPr>
                <a:solidFill>
                  <a:srgbClr val="E2E8F0"/>
                </a:solidFill>
                <a:latin typeface="Helvetica Neue"/>
              </a:rPr>
              <a:t> → enteros, timestamps, bool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XOR (Gorilla)</a:t>
            </a:r>
            <a:r>
              <a:rPr>
                <a:solidFill>
                  <a:srgbClr val="E2E8F0"/>
                </a:solidFill>
                <a:latin typeface="Helvetica Neue"/>
              </a:rPr>
              <a:t>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diccionario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auto_id, rpm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Se configura con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 (por coche) y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 (ts DESC).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vehiculos_gorda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vehiculos_gorda: 3 chunks de 3 días, 2 comprimidos y 1 de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(job 1000).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Política de compresión: el job 1000 se ocupa de todo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add_compression_policy('vehiculos_gorda',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--→ job 1000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run_job(1000);     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alter_job(1000, scheduled =&gt; false);    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remove_compression_policy('vehiculos_gorda'); -- borrar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3003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Success, tiempos, siguiente arranque.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job 1000 · Success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last_run ≈ al crearse, next_start +24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vehiculos_gorda (comprimida)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Retención / autopurga: que lo viejo desaparezca solo — job 1001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drop_chunks('vehiculos_gorda',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→ job 1001 (cada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add_retention_policy('vehiculos_gorda',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run_job(1001);   SELECT remove_retention_policy('vehiculos_gorda');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un chunk (</a:t>
            </a:r>
            <a:r>
              <a:rPr b="1">
                <a:solidFill>
                  <a:srgbClr val="FBBF24"/>
                </a:solidFill>
                <a:latin typeface="Helvetica Neue"/>
              </a:rPr>
              <a:t>−518.405 filas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(1000) y retención (1001)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jobs distintos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time_bucket: 240 lecturas sueltas → 24 medias horizontales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Continuous aggregates: el resumen precalculado — job 1002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--→ job 1002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Jobs personalizados: Timescale como cron de PostgreSQL — job 1004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--→ 1003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run_job(1003);      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alter_job(1003, scheduled =&gt; false);  SELECT delete_job(1003);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  -- recreado → 1004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jobs que mantienen viva la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 (1000)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 (1002)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 (1001)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 (1004)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Panel final de jobs (todo vivo): </a:t>
            </a:r>
            <a:r>
              <a:rPr b="1">
                <a:solidFill>
                  <a:srgbClr val="FBBF24"/>
                </a:solidFill>
                <a:latin typeface="Helvetica Neue"/>
              </a:rPr>
              <a:t>1000</a:t>
            </a:r>
            <a:r>
              <a:rPr>
                <a:solidFill>
                  <a:srgbClr val="E2E8F0"/>
                </a:solidFill>
                <a:latin typeface="Helvetica Neue"/>
              </a:rPr>
              <a:t> compresión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1001</a:t>
            </a:r>
            <a:r>
              <a:rPr>
                <a:solidFill>
                  <a:srgbClr val="E2E8F0"/>
                </a:solidFill>
                <a:latin typeface="Helvetica Neue"/>
              </a:rPr>
              <a:t> retención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1002</a:t>
            </a:r>
            <a:r>
              <a:rPr>
                <a:solidFill>
                  <a:srgbClr val="E2E8F0"/>
                </a:solidFill>
                <a:latin typeface="Helvetica Neue"/>
              </a:rPr>
              <a:t> refresh cagg · </a:t>
            </a:r>
            <a:r>
              <a:rPr b="1">
                <a:solidFill>
                  <a:srgbClr val="FBBF24"/>
                </a:solidFill>
                <a:latin typeface="Helvetica Neue"/>
              </a:rPr>
              <a:t>1004</a:t>
            </a:r>
            <a:r>
              <a:rPr>
                <a:solidFill>
                  <a:srgbClr val="E2E8F0"/>
                </a:solidFill>
                <a:latin typeface="Helvetica Neue"/>
              </a:rPr>
              <a:t> KPI custom.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