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trabajo en segundo plano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historial se borra solo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resumen precalculado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E2E8F0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FBBF24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E2E8F0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lo hace </a:t>
            </a:r>
            <a:r>
              <a:rPr b="1">
                <a:solidFill>
                  <a:srgbClr val="FBBF24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E2E8F0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FBBF24"/>
                </a:solidFill>
                <a:latin typeface="Helvetica Neue"/>
              </a:rPr>
              <a:t>Tiger Cloud</a:t>
            </a:r>
            <a:r>
              <a:rPr>
                <a:solidFill>
                  <a:srgbClr val="E2E8F0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FBBF24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E2E8F0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01_ddl.sql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02_grande.sql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 por defecto: Timescale lo elige solo al comprimir, </a:t>
            </a:r>
            <a:r>
              <a:rPr b="1">
                <a:solidFill>
                  <a:srgbClr val="FBBF24"/>
                </a:solidFill>
                <a:latin typeface="Helvetica Neue"/>
              </a:rPr>
              <a:t>según el tipo de cada columna</a:t>
            </a:r>
            <a:r>
              <a:rPr>
                <a:solidFill>
                  <a:srgbClr val="E2E8F0"/>
                </a:solidFill>
                <a:latin typeface="Helvetica Neue"/>
              </a:rPr>
              <a:t> (catálogo 2.30):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DELTADELTA</a:t>
            </a:r>
            <a:r>
              <a:rPr>
                <a:solidFill>
                  <a:srgbClr val="E2E8F0"/>
                </a:solidFill>
                <a:latin typeface="Helvetica Neue"/>
              </a:rPr>
              <a:t> + simple-8b + RLE → enteros y timestamps (el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ts</a:t>
            </a:r>
            <a:r>
              <a:rPr>
                <a:solidFill>
                  <a:srgbClr val="E2E8F0"/>
                </a:solidFill>
                <a:latin typeface="Helvetica Neue"/>
              </a:rPr>
              <a:t> pasa de 64 bits a ~1)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GORILLA</a:t>
            </a:r>
            <a:r>
              <a:rPr>
                <a:solidFill>
                  <a:srgbClr val="E2E8F0"/>
                </a:solidFill>
                <a:latin typeface="Helvetica Neue"/>
              </a:rPr>
              <a:t> (XOR)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DICTIONARY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auto_id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BOOL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UUID</a:t>
            </a:r>
            <a:r>
              <a:rPr>
                <a:solidFill>
                  <a:srgbClr val="E2E8F0"/>
                </a:solidFill>
                <a:latin typeface="Helvetica Neue"/>
              </a:rPr>
              <a:t> → bools e ids;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ARRAY</a:t>
            </a:r>
            <a:r>
              <a:rPr>
                <a:solidFill>
                  <a:srgbClr val="E2E8F0"/>
                </a:solidFill>
                <a:latin typeface="Helvetica Neue"/>
              </a:rPr>
              <a:t> solo para filtros/índices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Tú no pides el algoritmo (solo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/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timescaledb_information.compression_settings</a:t>
            </a:r>
            <a:r>
              <a:rPr>
                <a:solidFill>
                  <a:srgbClr val="E2E8F0"/>
                </a:solidFill>
                <a:latin typeface="Helvetica Neue"/>
              </a:rPr>
              <a:t> muestra lo aplicado.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vehiculos_grande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vehiculos_grande: 3 chunks de 3 días, 2 comprimidos y 1 de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en segundo plano.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política de compresión: se ocupa de todo sola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add_compression_policy('vehiculos_grande',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 el id lo asigna Timescale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remove_compression_policy('vehiculos_grande'); -- borrar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chunk de control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éxito, tiempos, siguiente arranque.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Éxito (Success)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arrancó al crearse y vuelve cada 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vehiculos_grande (comprimida)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Retención / autopurga: que lo viejo desaparezca solo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drop_chunks('vehiculos_grande',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(se repite 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add_retention_policy('vehiculos_grande',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SELECT remove_retention_policy('vehiculos_grande');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el más antiguo.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y retención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políticas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Continuous aggregates: el resumen precalculado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 refresco cada 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Jobs personalizados: Timescale como cron de PostgreSQL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 se registra solo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SELECT delete_job(&lt;job_id&gt;);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-- recreado → otro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políticas que mantienen viva la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Cuatro procesos de fondo vivos de principio a fin: compresión, retención, refresco del cagg y el KPI custom (cada uno con su id, asignado por Timescale).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