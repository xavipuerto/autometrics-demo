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ASÍ ABRIMOS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25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job 1000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job 1001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job 1002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00 ·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¿Qué tiene de especial un dato 'de serie temporal'?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medida con su timestamp</a:t>
            </a:r>
            <a:r>
              <a:rPr>
                <a:solidFill>
                  <a:srgbClr val="E2E8F0"/>
                </a:solidFill>
                <a:latin typeface="Helvetica Neue"/>
              </a:rPr>
              <a:t>: solo se añade, casi nunca se actualiza, y el histórico no cambia.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preguntas siempre son por </a:t>
            </a:r>
            <a:r>
              <a:rPr b="1">
                <a:solidFill>
                  <a:srgbClr val="FBBF24"/>
                </a:solidFill>
                <a:latin typeface="Helvetica Neue"/>
              </a:rPr>
              <a:t>ventanas</a:t>
            </a:r>
            <a:r>
              <a:rPr>
                <a:solidFill>
                  <a:srgbClr val="E2E8F0"/>
                </a:solidFill>
                <a:latin typeface="Helvetica Neue"/>
              </a:rPr>
              <a:t>: ¿cuánto y cómo en la última hora, día o mes?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Crece sin fin: lo que hoy son miles de filas, mañana son millones.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Nuestra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10 coches × 24 lecturas/hora × N días × 10 sensores</a:t>
            </a:r>
            <a:r>
              <a:rPr>
                <a:solidFill>
                  <a:srgbClr val="E2E8F0"/>
                </a:solidFill>
                <a:latin typeface="Helvetica Neue"/>
              </a:rPr>
              <a:t> (velocidad, rpm, temperaturas, presiones, autonomía…).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6576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86000"/>
            <a:ext cx="3200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números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lecturas por tabla · 4 años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1 555 200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lecturas de flota cada lectura / 5 s · 9 días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Construido sin borrar la historia: ese es el campo de juego de TimescaleDB.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01 · 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tabla lógica, un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02 · CONFIGURACIÓN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03 · CÓMO GUARDAMOS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vehiculos_gorda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03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04 · COMPORTAMIENTO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(job 1000).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05 · AUTOMATIZACIÓN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Política de compresión: el job 1000 se ocupa de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add_compression_policy('vehiculos_gorda',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--→ job 1000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run_job(1000);     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alter_job(1000, scheduled =&gt; false);    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remove_compression_policy('vehiculos_gorda');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3003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Success,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job 1000 · Success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last_run ≈ al crearse, next_start +24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06 · LEER RÁPIDO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07 ·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Retención / autopurga: que lo viejo desaparezca solo — job 1001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drop_chunks('vehiculos_gorda',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→ job 1001 (cada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add_retention_policy('vehiculos_gorda',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run_job(1001);   SELECT remove_retention_policy('vehiculos_gorda');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un chunk (</a:t>
            </a:r>
            <a:r>
              <a:rPr b="1">
                <a:solidFill>
                  <a:srgbClr val="FBBF24"/>
                </a:solidFill>
                <a:latin typeface="Helvetica Neue"/>
              </a:rPr>
              <a:t>−518.405 filas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(1000) y retención (1001)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jobs distintos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08 · DOWNSAMPLING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time_bucket: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09 · AGREGADOS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Continuous aggregates: el resumen precalculado — job 1002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--→ job 1002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10 ·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Jobs personalizados: Timescale como cron de PostgreSQL — job 1004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--→ 1003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run_job(1003);      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alter_job(1003, scheduled =&gt; false);  SELECT delete_job(1003);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  -- recreado → 1004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APARTADO 11 · PARÁMETROS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79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jobs que mantienen viva la historia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33271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 (1000)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 (1002)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 (1001)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 (1004)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Panel final de jobs (todo vivo): </a:t>
            </a:r>
            <a:r>
              <a:rPr b="1">
                <a:solidFill>
                  <a:srgbClr val="FBBF24"/>
                </a:solidFill>
                <a:latin typeface="Helvetica Neue"/>
              </a:rPr>
              <a:t>1000</a:t>
            </a:r>
            <a:r>
              <a:rPr>
                <a:solidFill>
                  <a:srgbClr val="E2E8F0"/>
                </a:solidFill>
                <a:latin typeface="Helvetica Neue"/>
              </a:rPr>
              <a:t> compresión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1001</a:t>
            </a:r>
            <a:r>
              <a:rPr>
                <a:solidFill>
                  <a:srgbClr val="E2E8F0"/>
                </a:solidFill>
                <a:latin typeface="Helvetica Neue"/>
              </a:rPr>
              <a:t> retención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1002</a:t>
            </a:r>
            <a:r>
              <a:rPr>
                <a:solidFill>
                  <a:srgbClr val="E2E8F0"/>
                </a:solidFill>
                <a:latin typeface="Helvetica Neue"/>
              </a:rPr>
              <a:t> refresh cagg · </a:t>
            </a:r>
            <a:r>
              <a:rPr b="1">
                <a:solidFill>
                  <a:srgbClr val="FBBF24"/>
                </a:solidFill>
                <a:latin typeface="Helvetica Neue"/>
              </a:rPr>
              <a:t>1004</a:t>
            </a:r>
            <a:r>
              <a:rPr>
                <a:solidFill>
                  <a:srgbClr val="E2E8F0"/>
                </a:solidFill>
                <a:latin typeface="Helvetica Neue"/>
              </a:rPr>
              <a:t> KPI custom.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