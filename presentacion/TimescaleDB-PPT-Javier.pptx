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02_grande.sql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 por defecto: Timescale lo elige solo al comprimir, </a:t>
            </a:r>
            <a:r>
              <a:rPr b="1">
                <a:solidFill>
                  <a:srgbClr val="FBBF24"/>
                </a:solidFill>
                <a:latin typeface="Helvetica Neue"/>
              </a:rPr>
              <a:t>según el tipo de cada columna</a:t>
            </a:r>
            <a:r>
              <a:rPr>
                <a:solidFill>
                  <a:srgbClr val="E2E8F0"/>
                </a:solidFill>
                <a:latin typeface="Helvetica Neue"/>
              </a:rPr>
              <a:t> (catálogo 2.30):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DELTADELTA</a:t>
            </a:r>
            <a:r>
              <a:rPr>
                <a:solidFill>
                  <a:srgbClr val="E2E8F0"/>
                </a:solidFill>
                <a:latin typeface="Helvetica Neue"/>
              </a:rPr>
              <a:t> + simple-8b + RLE → enteros y timestamps (el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ts</a:t>
            </a:r>
            <a:r>
              <a:rPr>
                <a:solidFill>
                  <a:srgbClr val="E2E8F0"/>
                </a:solidFill>
                <a:latin typeface="Helvetica Neue"/>
              </a:rPr>
              <a:t> pasa de 64 bits a ~1)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GORILLA</a:t>
            </a:r>
            <a:r>
              <a:rPr>
                <a:solidFill>
                  <a:srgbClr val="E2E8F0"/>
                </a:solidFill>
                <a:latin typeface="Helvetica Neue"/>
              </a:rPr>
              <a:t> (XOR)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DICTIONARY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auto_id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BOOL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UUID</a:t>
            </a:r>
            <a:r>
              <a:rPr>
                <a:solidFill>
                  <a:srgbClr val="E2E8F0"/>
                </a:solidFill>
                <a:latin typeface="Helvetica Neue"/>
              </a:rPr>
              <a:t> → bools e ids;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ARRAY</a:t>
            </a:r>
            <a:r>
              <a:rPr>
                <a:solidFill>
                  <a:srgbClr val="E2E8F0"/>
                </a:solidFill>
                <a:latin typeface="Helvetica Neue"/>
              </a:rPr>
              <a:t> solo para filtros/índices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Tú no pides el algoritmo (solo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/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timescaledb_information.compression_settings</a:t>
            </a:r>
            <a:r>
              <a:rPr>
                <a:solidFill>
                  <a:srgbClr val="E2E8F0"/>
                </a:solidFill>
                <a:latin typeface="Helvetica Neue"/>
              </a:rPr>
              <a:t> muestra lo aplicado.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chunk de control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